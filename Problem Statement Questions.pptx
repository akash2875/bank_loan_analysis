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B6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-82" y="-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pPr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=""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=""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393</Words>
  <Application>Microsoft Office PowerPoint</Application>
  <PresentationFormat>Custom</PresentationFormat>
  <Paragraphs>32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akash b</cp:lastModifiedBy>
  <cp:revision>16</cp:revision>
  <dcterms:created xsi:type="dcterms:W3CDTF">2023-10-07T01:44:58Z</dcterms:created>
  <dcterms:modified xsi:type="dcterms:W3CDTF">2026-06-13T14:13:49Z</dcterms:modified>
</cp:coreProperties>
</file>